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8a968a7384a9d" /><Relationship Type="http://schemas.openxmlformats.org/officeDocument/2006/relationships/extended-properties" Target="/docProps/app.xml" Id="Rf296dbc0df0a4167" /><Relationship Type="http://schemas.openxmlformats.org/officeDocument/2006/relationships/officeDocument" Target="/ppt/presentation.xml" Id="R45e534e5cb52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474e7d58684d00"/>
  </p:sldMasterIdLst>
  <p:notesMasterIdLst>
    <p:notesMasterId xmlns:r="http://schemas.openxmlformats.org/officeDocument/2006/relationships" r:id="R332286217dd6434f"/>
  </p:notesMasterIdLst>
  <p:sldIdLst>
    <p:sldId xmlns:r="http://schemas.openxmlformats.org/officeDocument/2006/relationships" id="256" r:id="R1027508f3f794957"/>
  </p:sldIdLst>
  <p:sldSz cx="13716000" cy="7715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c4aecb23248cc" /><Relationship Type="http://schemas.openxmlformats.org/officeDocument/2006/relationships/slideMaster" Target="/ppt/slideMasters/slideMaster1.xml" Id="R30474e7d58684d00" /><Relationship Type="http://schemas.openxmlformats.org/officeDocument/2006/relationships/notesMaster" Target="/ppt/notesMasters/notesMaster1.xml" Id="R332286217dd6434f" /><Relationship Type="http://schemas.openxmlformats.org/officeDocument/2006/relationships/presProps" Target="/ppt/presProps.xml" Id="R85fcd6e9ca7640a5" /><Relationship Type="http://schemas.openxmlformats.org/officeDocument/2006/relationships/tableStyles" Target="/ppt/tableStyles.xml" Id="Rb714c6a2dd8a4ce3" /><Relationship Type="http://schemas.openxmlformats.org/officeDocument/2006/relationships/slide" Target="/ppt/slides/slide1.xml" Id="R1027508f3f79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036c11ec7a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13a3b0c83477f" /><Relationship Type="http://schemas.openxmlformats.org/officeDocument/2006/relationships/notesMaster" Target="/ppt/notesMasters/notesMaster1.xml" Id="Reaa52732ef8940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f1c2e06a64a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513c42fb8447c" /><Relationship Type="http://schemas.openxmlformats.org/officeDocument/2006/relationships/slideLayout" Target="/ppt/slideLayouts/slideLayout1.xml" Id="Rab85dd6cae3b40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5dd6cae3b40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fa26fcd604707" /><Relationship Type="http://schemas.openxmlformats.org/officeDocument/2006/relationships/image" Target="/ppt/media/image.png" Id="Rae48fb01e03e4e05" /><Relationship Type="http://schemas.openxmlformats.org/officeDocument/2006/relationships/notesSlide" Target="/ppt/notesSlides/notesSlide1.xml" Id="Rf46cad7e6daf46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8fb01e03e4e05"/>
          <a:stretch xmlns:a="http://schemas.openxmlformats.org/drawingml/2006/main"/>
        </p:blipFill>
        <p:spPr>
          <a:xfrm xmlns:a="http://schemas.openxmlformats.org/drawingml/2006/main">
            <a:off x="4767529" y="1381125"/>
            <a:ext cx="4180943" cy="1409700"/>
          </a:xfrm>
          <a:prstGeom xmlns:a="http://schemas.openxmlformats.org/drawingml/2006/main" prst="rect">
            <a:avLst/>
          </a:prstGeom>
        </p:spPr>
      </p:pic>
      <p:sp>
        <p:nvSpPr>
          <p:cNvPr id="2" name="unified-headline">
            <a:extLst xmlns:a="http://schemas.openxmlformats.org/drawingml/2006/main">
              <a:ext uri="{FF2B5EF4-FFF2-40B4-BE49-F238E27FC236}">
                <a16:creationId xmlns:a16="http://schemas.microsoft.com/office/drawing/2014/main" id="{E6936BE3-C047-4237-8904-A550F0B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4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AI-Powered</a:t>
            </a:r>
            <a:r>
              <a:rPr sz="4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 Observability and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4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2122454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2026-07-05T06:05:47.0790000Z</dcterms:created>
  <dcterms:modified xsi:type="dcterms:W3CDTF">2026-07-05T06:05:47.0790000Z</dcterms:modified>
</coreProperties>
</file>